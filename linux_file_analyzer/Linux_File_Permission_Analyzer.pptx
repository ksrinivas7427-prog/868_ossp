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E837E4B-16C2-765C-EF48-CED62F0D781B}">
          <p14:sldIdLst>
            <p14:sldId id="256"/>
          </p14:sldIdLst>
        </p14:section>
        <p14:section name="Problem &amp; Solution" id="{0B5FA879-D600-01BE-0D69-9E845CCB88C3}">
          <p14:sldIdLst>
            <p14:sldId id="257"/>
            <p14:sldId id="258"/>
            <p14:sldId id="259"/>
          </p14:sldIdLst>
        </p14:section>
        <p14:section name="Design" id="{3B2678DD-D30F-0EBC-9027-868CB3A5B159}">
          <p14:sldIdLst>
            <p14:sldId id="260"/>
            <p14:sldId id="262"/>
          </p14:sldIdLst>
        </p14:section>
        <p14:section name="Features &amp; Safety" id="{B4AC06E5-7227-7EA7-B029-4E1E784BEA69}">
          <p14:sldIdLst>
            <p14:sldId id="263"/>
            <p14:sldId id="264"/>
            <p14:sldId id="265"/>
          </p14:sldIdLst>
        </p14:section>
        <p14:section name="Wrap-up" id="{8F0BDA95-201B-0ABE-4A84-CC78FFC71736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06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project. Replace the bracketed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Misconfigured permissions are easy to make and hard to spot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Flask web tool that scans, detects, analyzes and reports permission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goals guide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-rw-r--r-- means owner rw, group r, others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Scanning is read-only; invalid paths stop the scan with an error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features cover the full audit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examples only. Replace with real scan results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 inspects and advises. It never changes your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current stack. Right: planned only, not yet implemented. Confirm status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benefits,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640080" cy="411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C"/>
                </a:solidFill>
              </a:rPr>
              <a:t>Linux File Permission Analyzer  |  Detect. Analyze. Secure.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5" name="Image 0" descr="Shield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74320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34440" y="65836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234440" y="6583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HACKATHON PROJECT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2801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Permission Analyzer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Detect. Analyze. Secure.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548640" y="320040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310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Team Name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920240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[Team Name]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92024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[Member 1, Member 2, Member 3]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College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920240" y="3913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[College / University Name]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4215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Hackathon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920240" y="4215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[Hackathon Name &amp; Year]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394960" y="73152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070D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32120" y="8686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33288" y="8686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34456" y="86868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532120" y="11430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./analyze --dir /srv/app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-rw-------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   SAFE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notes.txt  LOW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-rwxr-xr-x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run.sh     LOW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-rw-rw-rw-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data.env   MEDIUM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-rwxrwxrwx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upload.sh  HIGH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532120" y="3611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9FB0CC"/>
                </a:solidFill>
              </a:rPr>
              <a:t>Illustrative terminal mockup, not real scan output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88720" y="1280160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6" name="Image 0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140589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6928" y="19202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7"/>
                </a:solidFill>
              </a:rPr>
              <a:t>Insecure Permissions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24231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C"/>
                </a:solidFill>
              </a:rPr>
              <a:t>Files left readable, writable or executable by too many users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542032" y="11430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273552" y="1280160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1" name="Image 1" descr="UserSecre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282" y="140589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51760" y="19202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7"/>
                </a:solidFill>
              </a:rPr>
              <a:t>Unauthorized Access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651760" y="24231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C"/>
                </a:solidFill>
              </a:rPr>
              <a:t>Other users or processes can modify or run sensitive files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626864" y="11430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58384" y="1280160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6" name="Image 2" descr="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114" y="140589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36592" y="19202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7"/>
                </a:solidFill>
              </a:rPr>
              <a:t>Data Exposure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736592" y="24231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C"/>
                </a:solidFill>
              </a:rPr>
              <a:t>Keys, configs and credentials may leak to unintended users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711696" y="11430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443216" y="1280160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21" name="Image 3" descr="C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8946" y="140589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21424" y="19202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7"/>
                </a:solidFill>
              </a:rPr>
              <a:t>Manual Audits Are Hard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821424" y="24231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C"/>
                </a:solidFill>
              </a:rPr>
              <a:t>Checking thousands of files by hand is slow and error-prone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70D1F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777 upload.sh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user on the system can now read, write and execute this file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Proposed Solution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</a:rPr>
              <a:t>A web-based Linux security tool that turns raw file permissions into clear, actionable findings.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6" name="Image 0" descr="FolderOpe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022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Scan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051560" y="1892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Select a directory to inspect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2359152"/>
            <a:ext cx="457200" cy="45720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0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345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359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Detect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0515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Find risky read / write / execute bits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3072384"/>
            <a:ext cx="457200" cy="45720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4" name="Image 2" descr="Lightbulb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86684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1560" y="3072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Analyze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051560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Classify risk and explain in plain words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57200" y="3785616"/>
            <a:ext cx="457200" cy="45720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8" name="Image 3" descr="FileCsv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99916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51560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Report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051560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View on dashboard, export to CSV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0" y="105156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070D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4754880" y="1161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Permission Analyzer  |  Dashboard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754880" y="150876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4754880" y="15544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4754880" y="19385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7"/>
                </a:solidFill>
              </a:rPr>
              <a:t>High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007608" y="150876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007608" y="15544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6007608" y="19385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7"/>
                </a:solidFill>
              </a:rPr>
              <a:t>Medium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7260336" y="150876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260336" y="15544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12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7260336" y="19385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7"/>
                </a:solidFill>
              </a:rPr>
              <a:t>Low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754880" y="2423160"/>
            <a:ext cx="3749040" cy="292608"/>
          </a:xfrm>
          <a:prstGeom prst="rect">
            <a:avLst/>
          </a:prstGeom>
          <a:solidFill>
            <a:srgbClr val="13224A"/>
          </a:solidFill>
          <a:ln w="12700">
            <a:solidFill>
              <a:srgbClr val="13224A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846320" y="2423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upload.sh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309360" y="24231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777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498080" y="245059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498080" y="2450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HIGH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754880" y="2770632"/>
            <a:ext cx="3749040" cy="292608"/>
          </a:xfrm>
          <a:prstGeom prst="rect">
            <a:avLst/>
          </a:prstGeom>
          <a:solidFill>
            <a:srgbClr val="13224A"/>
          </a:solidFill>
          <a:ln w="12700">
            <a:solidFill>
              <a:srgbClr val="13224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846320" y="2770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data.env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6309360" y="27706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666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498080" y="279806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7498080" y="27980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MEDIUM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4754880" y="3118104"/>
            <a:ext cx="3749040" cy="292608"/>
          </a:xfrm>
          <a:prstGeom prst="rect">
            <a:avLst/>
          </a:prstGeom>
          <a:solidFill>
            <a:srgbClr val="13224A"/>
          </a:solidFill>
          <a:ln w="12700">
            <a:solidFill>
              <a:srgbClr val="13224A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4846320" y="3118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id_rsa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6309360" y="3118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644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7498080" y="3145536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7498080" y="31455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HIGH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4754880" y="3465576"/>
            <a:ext cx="3749040" cy="292608"/>
          </a:xfrm>
          <a:prstGeom prst="rect">
            <a:avLst/>
          </a:prstGeom>
          <a:solidFill>
            <a:srgbClr val="13224A"/>
          </a:solidFill>
          <a:ln w="12700">
            <a:solidFill>
              <a:srgbClr val="13224A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4846320" y="3465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notes.txt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6309360" y="34655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644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7498080" y="349300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7498080" y="349300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LOW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475488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</a:rPr>
              <a:t>UI MOCKUP  |  sample data, not real results</a:t>
            </a:r>
            <a:endParaRPr lang="en-US" sz="9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Objectives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6" name="Image 0" descr="FolderOpe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5397A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</a:rPr>
              <a:t>Scan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Scan files and directories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29000" y="1280160"/>
            <a:ext cx="548640" cy="54864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2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173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6636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5397A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</a:rPr>
              <a:t>Detect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42900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Detect insecure read, write, execute permissions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8" name="Image 2" descr="ExclamationTriang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73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95528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5397A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2179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</a:rPr>
              <a:t>Classify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Classify findings by risk level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24" name="Image 3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15468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37744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5397A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</a:rPr>
              <a:t>Explain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Explain issues in simple language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29000" y="3017520"/>
            <a:ext cx="548640" cy="54864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30" name="Image 4" descr="Tool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1546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16636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5397A"/>
                </a:solidFill>
              </a:rPr>
              <a:t>05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34290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</a:rPr>
              <a:t>Recommend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42900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Recommend corrective actions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217920" y="3017520"/>
            <a:ext cx="548640" cy="54864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36" name="Image 5" descr="FileCsv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15468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95528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5397A"/>
                </a:solidFill>
              </a:rPr>
              <a:t>06</a:t>
            </a:r>
            <a:endParaRPr lang="en-US" sz="2000" dirty="0"/>
          </a:p>
        </p:txBody>
      </p:sp>
      <p:sp>
        <p:nvSpPr>
          <p:cNvPr id="38" name="Text 29"/>
          <p:cNvSpPr txBox="1"/>
          <p:nvPr/>
        </p:nvSpPr>
        <p:spPr>
          <a:xfrm>
            <a:off x="62179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</a:rPr>
              <a:t>Report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621792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Generate security reports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Understanding Linux Permissions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32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69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Read (r = 4)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View file contents or list a directory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0058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32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069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Write (w = 2)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Modify or delete a file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0058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32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069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Execute (x = 1)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Run a file or enter a directory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84708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18470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Owner (u)  </a:t>
            </a:r>
            <a:r>
              <a:rPr lang="en-US" sz="1200" dirty="0">
                <a:solidFill>
                  <a:srgbClr val="9FB0CC"/>
                </a:solidFill>
              </a:rPr>
              <a:t>The file's user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46120" y="184708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83280" y="18470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Group (g)  </a:t>
            </a:r>
            <a:r>
              <a:rPr lang="en-US" sz="1200" dirty="0">
                <a:solidFill>
                  <a:srgbClr val="9FB0CC"/>
                </a:solidFill>
              </a:rPr>
              <a:t>Users in the file's group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184708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8470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Others (o)  </a:t>
            </a:r>
            <a:r>
              <a:rPr lang="en-US" sz="1200" dirty="0">
                <a:solidFill>
                  <a:srgbClr val="9FB0CC"/>
                </a:solidFill>
              </a:rPr>
              <a:t>Everyone else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17373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Symbolic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rw-------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Owner read/write only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Private files, keys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Safe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rw-r--r--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Owner rw; others read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Documents, configs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rwxr-xr-x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Owner full; others read/execute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Programs, directories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rwxrwxrwx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Everyone has full access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Avoid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Working Methodology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94360" y="12344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3224A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4632" y="112471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4632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13716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7"/>
                </a:solidFill>
              </a:rPr>
              <a:t>Select Directory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67512" y="176479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0CC"/>
                </a:solidFill>
              </a:rPr>
              <a:t>User picks a path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40280" y="1668780"/>
            <a:ext cx="45720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97480" y="12344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3224A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87752" y="112471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87752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770632" y="13716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7"/>
                </a:solidFill>
              </a:rPr>
              <a:t>Validate Path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770632" y="176479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0CC"/>
                </a:solidFill>
              </a:rPr>
              <a:t>Check input is safe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43400" y="1668780"/>
            <a:ext cx="45720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800600" y="12344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3224A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90872" y="112471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90872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873752" y="13716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7"/>
                </a:solidFill>
              </a:rPr>
              <a:t>Scan Files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873752" y="176479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0CC"/>
                </a:solidFill>
              </a:rPr>
              <a:t>Read permission bits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46520" y="1668780"/>
            <a:ext cx="45720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903720" y="12344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3224A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93992" y="112471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93992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976872" y="13716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7"/>
                </a:solidFill>
              </a:rPr>
              <a:t>Analyze Permissions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976872" y="176479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0CC"/>
                </a:solidFill>
              </a:rPr>
              <a:t>Apply risk rules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94360" y="30175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3224A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4632" y="290779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4632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31546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7"/>
                </a:solidFill>
              </a:rPr>
              <a:t>Classify Risk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" y="3547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0CC"/>
                </a:solidFill>
              </a:rPr>
              <a:t>High / Medium / Low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240280" y="3451860"/>
            <a:ext cx="45720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697480" y="30175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3224A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587752" y="290779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587752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2770632" y="31546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7"/>
                </a:solidFill>
              </a:rPr>
              <a:t>Recommend Fixes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2770632" y="3547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0CC"/>
                </a:solidFill>
              </a:rPr>
              <a:t>Plain-language advice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343400" y="3451860"/>
            <a:ext cx="45720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4800600" y="30175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3224A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690872" y="290779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690872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4873752" y="31546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7"/>
                </a:solidFill>
              </a:rPr>
              <a:t>Generate Report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4873752" y="3547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0CC"/>
                </a:solidFill>
              </a:rPr>
              <a:t>Dashboard and CSV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269748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F4444"/>
                </a:solidFill>
              </a:rPr>
              <a:t>Invalid path: error shown, scan stops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726680" y="2103120"/>
            <a:ext cx="0" cy="45720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417320" y="2560320"/>
            <a:ext cx="630936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417320" y="2560320"/>
            <a:ext cx="0" cy="45720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6903720" y="30175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22C55E">
              <a:alpha val="15000"/>
            </a:srgbClr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976872" y="3017520"/>
            <a:ext cx="1499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Results Dashboard + CSV Export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46520" y="3451860"/>
            <a:ext cx="457200" cy="0"/>
          </a:xfrm>
          <a:prstGeom prst="line">
            <a:avLst/>
          </a:prstGeom>
          <a:noFill/>
          <a:ln w="22225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70D1F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analyze --read-only   # no file is ever modified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" y="1261872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6" name="Image 0" descr="FolderOpe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" y="1387602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Directory Scanning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Scan chosen folders and files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24912" y="1261872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1" name="Image 1" descr="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642" y="1387602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2491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Permission Analysis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724912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Check r/w/x for owner, group, others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828032" y="1261872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6" name="Image 2" descr="ExclamationTriang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762" y="1387602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2803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Risk Classification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828032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High, Medium or Low rating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931152" y="1261872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21" name="Image 3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6882" y="1387602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3115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Issue Explanations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931152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Why the permission is risky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1792" y="2999232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26" name="Image 4" descr="Tool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22" y="3124962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21792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Suggested Fixes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621792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Recommended corrective actions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3410712" y="2999232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31" name="Image 5" descr="Filt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6442" y="3124962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410712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Filtering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3410712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Narrow results by risk level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199632" y="2999232"/>
            <a:ext cx="502920" cy="50292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36" name="Image 6" descr="FileCsv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5362" y="3124962"/>
            <a:ext cx="251460" cy="25146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199632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CSV Export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6199632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Download findings as a report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Sample Security Findings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87552"/>
            <a:ext cx="3291840" cy="256032"/>
          </a:xfrm>
          <a:prstGeom prst="roundRect">
            <a:avLst>
              <a:gd name="adj" fmla="val 46429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9875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ILLUSTRATIVE EXAMPLES  |  NOT REAL SCAN RESULTS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Path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Recommended Action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/var/www/uploads/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Anyone can read, write and execute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Set to 755 or 750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~/.ssh/id_rsa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Private key readable by others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Set to 600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/opt/app/config.env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Any user can edit secrets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Set to 600 or 640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/usr/local/bin/backup.sh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Group members can alter script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Set to 755 or 750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~/notes.txt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Readable by all users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Use 600 if private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~/.ssh/config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Safe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Owner-only access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</a:rPr>
                        <a:t>No action needed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9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Security and Safety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143000"/>
            <a:ext cx="438912" cy="438912"/>
          </a:xfrm>
          <a:prstGeom prst="ellipse">
            <a:avLst/>
          </a:prstGeom>
          <a:solidFill>
            <a:srgbClr val="0F2A2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6" name="Image 0" descr="Ey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252728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0515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Read-Only Scanning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023360" y="10515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</a:rPr>
              <a:t>Inspects permission metadata only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176479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856232"/>
            <a:ext cx="438912" cy="438912"/>
          </a:xfrm>
          <a:prstGeom prst="ellipse">
            <a:avLst/>
          </a:prstGeom>
          <a:solidFill>
            <a:srgbClr val="0F2A2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1" name="Image 1" descr="Ba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96596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17647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No Automatic Changes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023360" y="176479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</a:rPr>
              <a:t>Fixes are suggestions; the user decides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247802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4360" y="2569464"/>
            <a:ext cx="438912" cy="438912"/>
          </a:xfrm>
          <a:prstGeom prst="ellipse">
            <a:avLst/>
          </a:prstGeom>
          <a:solidFill>
            <a:srgbClr val="0F2A2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6" name="Image 2" descr="Shield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267919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4780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Safe Path Validation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023360" y="247802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</a:rPr>
              <a:t>Invalid or unsafe input paths are rejected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19125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282696"/>
            <a:ext cx="438912" cy="438912"/>
          </a:xfrm>
          <a:prstGeom prst="ellipse">
            <a:avLst/>
          </a:prstGeom>
          <a:solidFill>
            <a:srgbClr val="0F2A2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21" name="Image 3" descr="Lin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392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319125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Symbolic-Link Handling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4023360" y="319125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</a:rPr>
              <a:t>Links are handled with care, not blindly followed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7200" y="390448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94360" y="3995928"/>
            <a:ext cx="438912" cy="438912"/>
          </a:xfrm>
          <a:prstGeom prst="ellipse">
            <a:avLst/>
          </a:prstGeom>
          <a:solidFill>
            <a:srgbClr val="0F2A2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26" name="Image 4" descr="UserShield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4105656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280160" y="39044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No Unnecessary Root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4023360" y="390448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</a:rPr>
              <a:t>Runs with normal user privileges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 and Future Scope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61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474720" y="116128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74720" y="1161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CURRENT</a:t>
            </a:r>
            <a:endParaRPr lang="en-US" sz="900" dirty="0"/>
          </a:p>
        </p:txBody>
      </p:sp>
      <p:pic>
        <p:nvPicPr>
          <p:cNvPr id="8" name="Image 0" descr="Pyth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002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Python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1945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Scanner and analysis logic</a:t>
            </a:r>
            <a:endParaRPr lang="en-US" sz="1100" dirty="0"/>
          </a:p>
        </p:txBody>
      </p:sp>
      <p:pic>
        <p:nvPicPr>
          <p:cNvPr id="11" name="Image 1" descr="Fl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0208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19751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Flask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194560" y="1975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Backend and routes</a:t>
            </a:r>
            <a:endParaRPr lang="en-US" sz="1100" dirty="0"/>
          </a:p>
        </p:txBody>
      </p:sp>
      <p:pic>
        <p:nvPicPr>
          <p:cNvPr id="14" name="Image 2" descr="Html5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44144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HTML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2194560" y="2395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Dashboard structure</a:t>
            </a:r>
            <a:endParaRPr lang="en-US" sz="1100" dirty="0"/>
          </a:p>
        </p:txBody>
      </p:sp>
      <p:pic>
        <p:nvPicPr>
          <p:cNvPr id="17" name="Image 3" descr="Css3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86207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2816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CSS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2194560" y="2816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Styling and layout</a:t>
            </a:r>
            <a:endParaRPr lang="en-US" sz="1100" dirty="0"/>
          </a:p>
        </p:txBody>
      </p:sp>
      <p:pic>
        <p:nvPicPr>
          <p:cNvPr id="20" name="Image 4" descr="J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282696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7280" y="32369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2194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Interactivity and filtering</a:t>
            </a:r>
            <a:endParaRPr lang="en-US" sz="1100" dirty="0"/>
          </a:p>
        </p:txBody>
      </p:sp>
      <p:pic>
        <p:nvPicPr>
          <p:cNvPr id="23" name="Image 5" descr="Linux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370332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97280" y="3657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Linux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219456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Target platform</a:t>
            </a:r>
            <a:endParaRPr lang="en-US" sz="1100" dirty="0"/>
          </a:p>
        </p:txBody>
      </p:sp>
      <p:pic>
        <p:nvPicPr>
          <p:cNvPr id="26" name="Image 6" descr="FileCsv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123944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97280" y="4078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CSV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2194560" y="40782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</a:rPr>
              <a:t>Report export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466344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1322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4846320" y="1161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7680960" y="116128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7680960" y="1161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PLANNED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4846320" y="1554480"/>
            <a:ext cx="420624" cy="420624"/>
          </a:xfrm>
          <a:prstGeom prst="ellipse">
            <a:avLst/>
          </a:prstGeom>
          <a:solidFill>
            <a:srgbClr val="3A2D0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34" name="Image 7" descr="FilePdf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1476" y="1659636"/>
            <a:ext cx="210312" cy="21031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5440680" y="1554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PDF Reports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44068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</a:rPr>
              <a:t>Printable security reports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4846320" y="2194560"/>
            <a:ext cx="420624" cy="420624"/>
          </a:xfrm>
          <a:prstGeom prst="ellipse">
            <a:avLst/>
          </a:prstGeom>
          <a:solidFill>
            <a:srgbClr val="3A2D0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38" name="Image 8" descr="History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1476" y="2299716"/>
            <a:ext cx="210312" cy="210312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5440680" y="2194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Historical Scan Comparison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5440680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</a:rPr>
              <a:t>Track changes between scans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4846320" y="2834640"/>
            <a:ext cx="420624" cy="420624"/>
          </a:xfrm>
          <a:prstGeom prst="ellipse">
            <a:avLst/>
          </a:prstGeom>
          <a:solidFill>
            <a:srgbClr val="3A2D0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42" name="Image 9" descr="Cog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1476" y="2939796"/>
            <a:ext cx="210312" cy="210312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544068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Security Policy Configuration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5440680" y="3063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</a:rPr>
              <a:t>Custom rules and thresholds</a:t>
            </a:r>
            <a:endParaRPr lang="en-US" sz="1000" dirty="0"/>
          </a:p>
        </p:txBody>
      </p:sp>
      <p:sp>
        <p:nvSpPr>
          <p:cNvPr id="45" name="Shape 32"/>
          <p:cNvSpPr/>
          <p:nvPr/>
        </p:nvSpPr>
        <p:spPr>
          <a:xfrm>
            <a:off x="4846320" y="3474720"/>
            <a:ext cx="420624" cy="420624"/>
          </a:xfrm>
          <a:prstGeom prst="ellipse">
            <a:avLst/>
          </a:prstGeom>
          <a:solidFill>
            <a:srgbClr val="3A2D0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46" name="Image 10" descr="CalendarAlt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1476" y="3579876"/>
            <a:ext cx="210312" cy="21031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5440680" y="3474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EDF7"/>
                </a:solidFill>
              </a:rPr>
              <a:t>Scheduled Scans</a:t>
            </a:r>
            <a:endParaRPr lang="en-US" sz="1200" dirty="0"/>
          </a:p>
        </p:txBody>
      </p:sp>
      <p:sp>
        <p:nvSpPr>
          <p:cNvPr id="48" name="Text 34"/>
          <p:cNvSpPr txBox="1"/>
          <p:nvPr/>
        </p:nvSpPr>
        <p:spPr>
          <a:xfrm>
            <a:off x="5440680" y="3703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</a:rPr>
              <a:t>Recurring automatic audits</a:t>
            </a:r>
            <a:endParaRPr lang="en-US" sz="1000" dirty="0"/>
          </a:p>
        </p:txBody>
      </p:sp>
      <p:sp>
        <p:nvSpPr>
          <p:cNvPr id="49" name="Text 35"/>
          <p:cNvSpPr txBox="1"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Planned features are not part of the current build.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and Q&amp;A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52728"/>
            <a:ext cx="457200" cy="45720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6" name="Image 0" descr="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36702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143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Finds risky permissions quickly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196596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94360" y="2075688"/>
            <a:ext cx="457200" cy="45720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0" name="Image 1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18998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Explains issues in plain language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78892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94360" y="2898648"/>
            <a:ext cx="457200" cy="45720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4" name="Image 2" descr="Tool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012948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27889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Suggests safe corrective actions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61188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13224A"/>
          </a:solidFill>
          <a:ln w="9525">
            <a:solidFill>
              <a:srgbClr val="25397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rgbClr val="1E3A8A"/>
          </a:solidFill>
          <a:ln w="9525">
            <a:solidFill>
              <a:srgbClr val="3B82F6"/>
            </a:solidFill>
            <a:prstDash val="solid"/>
          </a:ln>
        </p:spPr>
      </p:sp>
      <p:pic>
        <p:nvPicPr>
          <p:cNvPr id="18" name="Image 3" descr="FileCsv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3835908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3444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7"/>
                </a:solidFill>
              </a:rPr>
              <a:t>Exports reports for review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303520" y="1143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3224A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486400" y="1325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</a:rPr>
              <a:t>Making Linux File Security Easier to Understand and Improve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5486400" y="2926080"/>
            <a:ext cx="640080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</a:ln>
        </p:spPr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Navy">
  <a:themeElements>
    <a:clrScheme name="CyberNavy">
      <a:dk1>
        <a:srgbClr val="0B1530"/>
      </a:dk1>
      <a:lt1>
        <a:srgbClr val="E6EDF7"/>
      </a:lt1>
      <a:dk2>
        <a:srgbClr val="13224A"/>
      </a:dk2>
      <a:lt2>
        <a:srgbClr val="9FB0CC"/>
      </a:lt2>
      <a:accent1>
        <a:srgbClr val="3B82F6"/>
      </a:accent1>
      <a:accent2>
        <a:srgbClr val="38BDF8"/>
      </a:accent2>
      <a:accent3>
        <a:srgbClr val="EF4444"/>
      </a:accent3>
      <a:accent4>
        <a:srgbClr val="F59E0B"/>
      </a:accent4>
      <a:accent5>
        <a:srgbClr val="22C55E"/>
      </a:accent5>
      <a:accent6>
        <a:srgbClr val="8B5CF6"/>
      </a:accent6>
      <a:hlink>
        <a:srgbClr val="38BDF8"/>
      </a:hlink>
      <a:folHlink>
        <a:srgbClr val="9FB0CC"/>
      </a:folHlink>
    </a:clrScheme>
    <a:fontScheme name="Cyber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969</Words>
  <Application>Microsoft Office PowerPoint</Application>
  <PresentationFormat>On-screen Show (16:9)</PresentationFormat>
  <Paragraphs>268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CyberNavy</vt:lpstr>
      <vt:lpstr>PowerPoint Presentation</vt:lpstr>
      <vt:lpstr>Problem Statement</vt:lpstr>
      <vt:lpstr>Proposed Solution</vt:lpstr>
      <vt:lpstr>Project Objectives</vt:lpstr>
      <vt:lpstr>Understanding Linux Permissions</vt:lpstr>
      <vt:lpstr>Working Methodology</vt:lpstr>
      <vt:lpstr>Key Features</vt:lpstr>
      <vt:lpstr>Sample Security Findings</vt:lpstr>
      <vt:lpstr>Security and Safety</vt:lpstr>
      <vt:lpstr>Technology Stack and Future Scope</vt:lpstr>
      <vt:lpstr>Conclusion and Q&amp;A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File Permission Analyzer</dc:title>
  <dc:subject>PptxGenJS Presentation</dc:subject>
  <dc:creator>PptxGenJS</dc:creator>
  <cp:lastModifiedBy>rithwik kolluri</cp:lastModifiedBy>
  <cp:revision>3</cp:revision>
  <dcterms:created xsi:type="dcterms:W3CDTF">2026-10-16T03:49:54Z</dcterms:created>
  <dcterms:modified xsi:type="dcterms:W3CDTF">2026-10-17T05:49:38Z</dcterms:modified>
</cp:coreProperties>
</file>